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278ba69d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278ba69d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278ba69d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278ba69d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278ba69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278ba69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278ba69d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278ba69d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278ba69d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278ba69d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278ba69df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278ba69df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278ba69df_0_1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278ba69df_0_1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278ba69df_0_1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278ba69df_0_1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278ba69df_0_1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278ba69df_0_1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Enterprise Resource Planning (ERP)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</a:rPr>
              <a:t>Prepared by: Faiz Zubair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/>
              <a:t>What is ERP?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8608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200">
                <a:solidFill>
                  <a:schemeClr val="dk1"/>
                </a:solidFill>
              </a:rPr>
              <a:t>Enterprise Resource Planning (ERP) is an integrated software system that helps organizations manage and automate core business processes through a single unified platform.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-38608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3200">
                <a:solidFill>
                  <a:schemeClr val="dk1"/>
                </a:solidFill>
              </a:rPr>
              <a:t>ERP centralizes data and workflows across departments to improve efficiency and decision-making.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ERP is Neede</a:t>
            </a:r>
            <a:r>
              <a:rPr lang="en-GB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40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Data duplication across departments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Manual and inefficient workflows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Poor visibility into business operations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Lack of real-time reporting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Core ERP Modules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Finance &amp; Accounting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Human Resources (HR)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Inventory &amp; Supply Chain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Sales &amp; Customer Relationship Management (CRM)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Manufacturing &amp; Production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How ERP Works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All departments access the same centralized database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Data entered in one module is immediately available to others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Processes are automated and standardized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Management gets real-time insights through reports and dashboards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Benefits of ERP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Improved operational efficiency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Better data accuracy and consistency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Real-time reporting and analytics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Reduced operational costs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Improved collaboration between departments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Scalability as the organization grows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Types of ERP Systems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081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On-Premise ERP – Installed locally, full control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Cloud-Based ERP – Hosted on cloud, flexible and scalable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Hybrid ERP – Combination of on-premise and cloud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Popular ERP Solutions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SAP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Oracle ERP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Microsoft Dynamics 365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Odoo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NetSuite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ERP in Real-World Use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Manufacturing companies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Retail and e-commerce platforms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Healthcare systems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Educational institutions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Logistics and supply chain management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Integrate all core business processes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 efficiency and data visibility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Support informed decision-making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Enable organizations to scale effectively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