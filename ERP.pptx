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Resource Planning (ERP)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and Key Concepts</a:t>
            </a:r>
          </a:p>
          <a:p/>
          <a:p>
            <a:r>
              <a:t>Technical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ERP?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Resource Planning (ERP) is an integrated software system used to manage and automate core business processes through a centralized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ERP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Eliminates data silos</a:t>
            </a:r>
          </a:p>
          <a:p>
            <a:r>
              <a:t>• Improves efficiency</a:t>
            </a:r>
          </a:p>
          <a:p>
            <a:r>
              <a:t>• Provides a single source of truth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ERP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Finance &amp; Accounting</a:t>
            </a:r>
          </a:p>
          <a:p>
            <a:r>
              <a:t>• Human Resources</a:t>
            </a:r>
          </a:p>
          <a:p>
            <a:r>
              <a:t>• Inventory &amp; Supply Chain</a:t>
            </a:r>
          </a:p>
          <a:p>
            <a:r>
              <a:t>• Sales &amp; CRM</a:t>
            </a:r>
          </a:p>
          <a:p>
            <a:r>
              <a:t>• Manufacturing &amp; Procurement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ERP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database</a:t>
            </a:r>
          </a:p>
          <a:p>
            <a:r>
              <a:t>• Real-time data sharing</a:t>
            </a:r>
          </a:p>
          <a:p>
            <a:r>
              <a:t>• Automated workflows</a:t>
            </a:r>
          </a:p>
          <a:p>
            <a:r>
              <a:t>• Management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ERP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efficiency</a:t>
            </a:r>
          </a:p>
          <a:p>
            <a:r>
              <a:t>• Accurate data</a:t>
            </a:r>
          </a:p>
          <a:p>
            <a:r>
              <a:t>• Better decision-making</a:t>
            </a:r>
          </a:p>
          <a:p>
            <a:r>
              <a:t>• Reduced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ERP integrates business processes, improves visibility, and supports scalable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